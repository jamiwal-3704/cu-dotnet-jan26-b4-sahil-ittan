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02352"/>
          </a:solidFill>
          <a:ln w="12700">
            <a:solidFill>
              <a:srgbClr val="1023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91630"/>
          </a:solidFill>
          <a:ln w="12700">
            <a:solidFill>
              <a:srgbClr val="0916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96512"/>
            <a:ext cx="58521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005840" cy="10058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3840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InsureTrust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45920" y="987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Insurance Management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51206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F8"/>
                </a:solidFill>
              </a:rPr>
              <a:t>Microservices Architecture  ·  ASP.NET Core 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768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F8"/>
                </a:solidFill>
              </a:rPr>
              <a:t>JWT Authentication  ·  Ocelot API Gateway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F8"/>
                </a:solidFill>
              </a:rPr>
              <a:t>SQL Server + Entity Framework 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815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F8"/>
                </a:solidFill>
              </a:rPr>
              <a:t>6-Member Development Team  ·  April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Version 3.0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Developer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we'll cover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1605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43000"/>
            <a:ext cx="502920" cy="100584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618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Platform goals and tech stack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1605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43000"/>
            <a:ext cx="502920" cy="100584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618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Microservices &amp; API Gateway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41605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377440"/>
            <a:ext cx="502920" cy="100584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77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Team &amp; 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Ownership and responsibilities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1605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77440"/>
            <a:ext cx="502920" cy="100584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77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Database Design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Schemas &amp; relationships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41605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11880"/>
            <a:ext cx="502920" cy="100584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087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Core capabilities and flows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611880"/>
            <a:ext cx="41605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611880"/>
            <a:ext cx="502920" cy="100584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4924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DevOps &amp; Testing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4087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CI/CD, test coverage,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InsureTrust — What it is and what it solves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024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B0"/>
                </a:solidFill>
              </a:rPr>
              <a:t>What is InsureTrust?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389888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InsureTrust is a full-featured Insurance Management Platform built with a modern microservices architecture. It enables customers to browse, purchase, and manage insurance policies — and allows administrators to approve, monitor, and control all platform activity.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411480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Architecture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Microservices (.NET 8)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Backend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ASP.NET Core Web API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API Gateway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Ocelot (Port 5000)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ASP.NET Core MVC (Razor)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SQL Server + EF 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Auth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JWT Bearer Token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 Size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 Members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754880" y="10241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B0"/>
                </a:solidFill>
              </a:rPr>
              <a:t>Core Goals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1417320"/>
            <a:ext cx="40690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14173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349240" y="1472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Policy Management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49240" y="1746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Browse, purchase, approve and renew insurance policies seamlessly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2276856"/>
            <a:ext cx="40690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00600" y="227685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3492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Payment Processing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49240" y="2606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Secure payment flow with mock gateway, extendable to real providers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54880" y="3136392"/>
            <a:ext cx="40690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00600" y="313639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349240" y="3191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Claims &amp; Support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49240" y="34655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Submit claims with documents; raise support tickets with admin resolution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54880" y="3995928"/>
            <a:ext cx="40690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00600" y="399592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349240" y="4050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Notifications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49240" y="4325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Real-time color-coded bell notifications for all key platform events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Microservice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How services connect through the Ocelot API Gateway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API Gateway (Ocelot)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Port: 5000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965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286000"/>
            <a:ext cx="155448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Identity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 7001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Sahil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33375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11880"/>
            <a:ext cx="109728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1965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2286000"/>
            <a:ext cx="155448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96596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 7002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6596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Mayank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33375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3611880"/>
            <a:ext cx="109728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26280" y="1965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2286000"/>
            <a:ext cx="155448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4904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Payment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 7003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4904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Rajiv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33375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3611880"/>
            <a:ext cx="109728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1965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32120" y="2286000"/>
            <a:ext cx="1554480" cy="82296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3212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Claim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 7004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Tushar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33375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0720" y="3611880"/>
            <a:ext cx="109728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92440" y="1965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2286000"/>
            <a:ext cx="15544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1520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Calculator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 7005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1520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Sahil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92440" y="33375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0" y="3611880"/>
            <a:ext cx="109728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380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0" y="429768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20040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MVC Frontend  (Port 5001)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84048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1097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Each microservice has its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own isolated SQL database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(Code-First EF Core migrations)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Team Structure &amp; Service Ownership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 team members — each owns a distinct domain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7432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Sahil  —  Lead Developer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Owns: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Identity + Notification + Calculator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Port(s):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7001, 7005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1097280"/>
            <a:ext cx="27432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097280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Mayank  —  Product Specialist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Owns: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76472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Policy Types, Terms, UserPolicies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9272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Port(s):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67912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7002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81344" y="1097280"/>
            <a:ext cx="27432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1097280"/>
            <a:ext cx="2743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Rajiv  —  Transaction Expert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Owns: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9984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Payments &amp; Renewals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Port(s):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21424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7003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926080"/>
            <a:ext cx="27432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26080"/>
            <a:ext cx="2743200" cy="38404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Tushar  —  Customer Experience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Owns: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Claims, Support, Admin Dashboard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3931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Port(s):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7004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27832" y="2926080"/>
            <a:ext cx="27432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27832" y="292608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9272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Aaroh  —  Technical Lead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9272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Owns: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76472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DTOs, Architecture, Code Review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19272" y="3931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Port(s):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67912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81344" y="2926080"/>
            <a:ext cx="27432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81344" y="2926080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Hritik  —  DevOps Lead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72784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Owns: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29984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CI/CD, Azure Board, Deployment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72784" y="3931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Port(s):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21424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Infra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Core Services Deep Dive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each service does and its key responsibilities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27889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005840"/>
            <a:ext cx="2788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🔴 Identity &amp; Notification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Register / Login / Admin Login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764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JWT token issuance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066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Profile + KYC upload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368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Bell notifications (Green/Yellow/Red/Blue)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1005840"/>
            <a:ext cx="27889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005840"/>
            <a:ext cx="27889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🟡 Product &amp; Policy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Policy Types (Personal &amp; Business)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1764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Dynamic form fields per policy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2066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Purchase → Pending → Active/Rejected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368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Admin approve / reject with remarks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005840"/>
            <a:ext cx="27889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05840"/>
            <a:ext cx="278892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🟠 Payment &amp; Renewal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Initiate payment via mock gateway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1764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Auto-generate PAY5001 number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066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Payment history for users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2368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Renew policy → extend expiry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2926080"/>
            <a:ext cx="27889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926080"/>
            <a:ext cx="2788920" cy="38404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926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🔵 Claim, Support &amp; Admin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B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Submit claim (up to 12 docs)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3685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B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Approve → credit user balance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3986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B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Support tickets with statuses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288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B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Admin dashboard aggregated stats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54680" y="2926080"/>
            <a:ext cx="27889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54680" y="2926080"/>
            <a:ext cx="2788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2926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Calculator (Shared)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4612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Estimate premium by age/tenure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46120" y="3685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Calculates maturity amount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46120" y="3986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Public endpoint — no auth needed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46120" y="4288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Embedded as widget in frontend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Database Design &amp; Relationships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Code-First EF Core — each service owns its own SQL database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41605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10972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33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1521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IdentityDB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Id, UserNumber, Name, Email, PasswordHash, Role, Balance, KycStatus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1078992"/>
            <a:ext cx="41605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78992"/>
            <a:ext cx="10972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133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Notifications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1521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IdentityDB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Id, UserId→Users, Title, Message, ColorCode, IsRead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029968"/>
            <a:ext cx="41605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029968"/>
            <a:ext cx="1097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PolicyTypes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2103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ProductDB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4140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Id, Name, Category, Description, Icon, IsActive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029968"/>
            <a:ext cx="41605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029968"/>
            <a:ext cx="1097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UserPolicies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103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ProductDB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4140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Id, PolicyNumber, UserId, PolicyTypeId, Status, ExpiryDate, PackageAmount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980944"/>
            <a:ext cx="41605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80944"/>
            <a:ext cx="109728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Payments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3054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PaymentDB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364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Id, PaymentNumber, UserId, UserPolicyId, Amount, Status, TransactionId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980944"/>
            <a:ext cx="41605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80944"/>
            <a:ext cx="109728" cy="80467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Claims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054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56B0"/>
                </a:solidFill>
              </a:rPr>
              <a:t>ClaimDB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3364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Id, ClaimNumber, UserPolicyId, ClaimStatus, MaturityAmount, AdminRemarks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931920"/>
            <a:ext cx="41605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931920"/>
            <a:ext cx="109728" cy="80467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SupportQueries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77440" y="40050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56B0"/>
                </a:solidFill>
              </a:rPr>
              <a:t>ClaimDB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Id, TicketNumber, UserId, Subject, Description, Status, AdminResponse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663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Key Relationships:  Users → Notifications, Policies, Payments, Claims, SupportQueries   |   PolicyTypes → PolicyTerms, PolicyRequiredFields, UserPolicies   |   UserPolicies → Payments, Claims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30+ endpoints across 3 access tiers via Ocelot Gateway (Port 5000)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87552"/>
            <a:ext cx="278892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87552"/>
            <a:ext cx="278892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87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🌍  Public (No Auth)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4447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7922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1396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/api/auth/admin-login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4871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/api/calculator/estimate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8346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/api/policy/types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3182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/api/policy/types/{id}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987552"/>
            <a:ext cx="278892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987552"/>
            <a:ext cx="2788920" cy="36576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987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🔐  Authenticated (JWT)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14447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 /api/auth/profile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55848" y="17922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/api/notifications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55848" y="21396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/api/notifications/mark-read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55848" y="24871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 /api/policy/my-policies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55848" y="28346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/api/policy/purchase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3182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/api/payment/initiate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55848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/api/payment/history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55848" y="3877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/api/claim/submit/{policyId}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55848" y="42245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/api/support/submit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987552"/>
            <a:ext cx="278892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987552"/>
            <a:ext cx="2788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987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👑  Admin Only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27648" y="14447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/api/auth/users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27648" y="17922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POST/PUT/DELETE /api/policy/types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27648" y="21396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/api/policy/all, /pending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27648" y="24871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/api/policy/approve/{id}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27648" y="28346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 /api/claim/all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27648" y="3182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 /api/support/all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27648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/api/admin/dashboard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27648" y="3877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/api/admin/users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27648" y="42245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/api/admin/transactions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 &amp; Business Flows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End-to-end user journeys across the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Policy Purchase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109728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Register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KYC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89888" y="166420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1371600"/>
            <a:ext cx="109728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91640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Browse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Policies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07208" y="166420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371600"/>
            <a:ext cx="109728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08960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Dynamic Form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24528" y="166420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1371600"/>
            <a:ext cx="109728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Purchase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→ Pending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41848" y="166420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371600"/>
            <a:ext cx="109728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0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59168" y="166420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371600"/>
            <a:ext cx="109728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60920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Policy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Active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Claim Process Flow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11887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Policy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81328" y="288036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1640" y="2606040"/>
            <a:ext cx="1188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69164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Submit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Claim + Docs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98648" y="288036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2606040"/>
            <a:ext cx="118872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0896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Review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15968" y="288036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26280" y="2606040"/>
            <a:ext cx="1188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2628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Decides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33288" y="288036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0" y="2606040"/>
            <a:ext cx="11887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Approved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→ Balance+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50608" y="288036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0920" y="2606040"/>
            <a:ext cx="118872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6092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OR Denied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With Reason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0040" y="33649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Notification Triggers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3730752"/>
            <a:ext cx="16002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7472" y="384048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749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Policy Purchased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29968" y="3730752"/>
            <a:ext cx="16002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103120" y="384048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50008" y="3749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Policy Approved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85616" y="3730752"/>
            <a:ext cx="16002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858768" y="384048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05656" y="3749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Policy Rejected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41264" y="3730752"/>
            <a:ext cx="16002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614416" y="384048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61304" y="3749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Claim Approved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296912" y="3730752"/>
            <a:ext cx="16002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370064" y="3840480"/>
            <a:ext cx="201168" cy="201168"/>
          </a:xfrm>
          <a:prstGeom prst="ellipse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16952" y="3749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Support Updated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Coding Standards &amp; Conventions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C# 12 / .NET 8 — consistent patterns across all services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416052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24128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Async Pattern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All async methods end with Async suffix (e.g. RegisterAsync)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24128"/>
            <a:ext cx="416052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024128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161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Exceptions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Use typed exceptions: BadRequestException, NotFoundException, ForbiddenException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416052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258568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Null Handling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7157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ArgumentNullException.ThrowIfNull() — no manual null checks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258568"/>
            <a:ext cx="416052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258568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Controllers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7157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business logic — controllers only orchestrate, call services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493008"/>
            <a:ext cx="416052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493008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Data Access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950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Always use Repository pattern — no direct DbContext in controllers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93008"/>
            <a:ext cx="416052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493008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40680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Auth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950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[Authorize] for JWT, [Authorize(Roles="Admin")] for admin-only endpoints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81728"/>
            <a:ext cx="859536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Response Codes:  200 Success  ·  400 Bad Request  ·  401 Unauthorized  ·  403 Forbidden  ·  404 Not Found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Testing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70% coverage target — Unit &amp; Integration tests for every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Unit Test Coverage Target by Developer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Sahil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1508760"/>
            <a:ext cx="5029200" cy="274320"/>
          </a:xfrm>
          <a:prstGeom prst="rect">
            <a:avLst/>
          </a:prstGeom>
          <a:solidFill>
            <a:srgbClr val="E2EAF8"/>
          </a:solidFill>
          <a:ln w="12700">
            <a:solidFill>
              <a:srgbClr val="D1E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1508760"/>
            <a:ext cx="35204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70%  (8 unit tests)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Mayank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2167128"/>
            <a:ext cx="5029200" cy="274320"/>
          </a:xfrm>
          <a:prstGeom prst="rect">
            <a:avLst/>
          </a:prstGeom>
          <a:solidFill>
            <a:srgbClr val="E2EAF8"/>
          </a:solidFill>
          <a:ln w="12700">
            <a:solidFill>
              <a:srgbClr val="D1E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167128"/>
            <a:ext cx="35204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0756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70%  (8 unit tests)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7340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Rajiv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2825496"/>
            <a:ext cx="5029200" cy="274320"/>
          </a:xfrm>
          <a:prstGeom prst="rect">
            <a:avLst/>
          </a:prstGeom>
          <a:solidFill>
            <a:srgbClr val="E2EAF8"/>
          </a:solidFill>
          <a:ln w="12700">
            <a:solidFill>
              <a:srgbClr val="D1E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2825496"/>
            <a:ext cx="35204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7340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70%  (4 unit tests)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3924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Tushar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80160" y="3483864"/>
            <a:ext cx="5029200" cy="274320"/>
          </a:xfrm>
          <a:prstGeom prst="rect">
            <a:avLst/>
          </a:prstGeom>
          <a:solidFill>
            <a:srgbClr val="E2EAF8"/>
          </a:solidFill>
          <a:ln w="12700">
            <a:solidFill>
              <a:srgbClr val="D1E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3483864"/>
            <a:ext cx="35204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392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70%  (7 unit tests)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Integration Test Flows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434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Register → Login → Get Profile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654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Purchase Policy → Admin Approve → Status Active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873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Initiate Payment → Check Payment Success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4434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Submit Claim → Admin Approve → Balance Credited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4654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Submit Support → Admin Update → Notification Sent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69080"/>
            <a:ext cx="40690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069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Tools:  xUnit  ·  Moq  ·  InMemory EF  ·  dotnet test  ·  XPlat Code Coverage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DevOps &amp; Project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CI/CD, Azure Board, Docker — owned by Hritik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2743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Azure 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1848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Epics → Features → Tasks → User Stories for all 5 team epics. Sprint planning with burndown charts.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24128"/>
            <a:ext cx="2743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86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GitHub Actions CI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61848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Auto-triggered on push to develop/main. Runs dotnet restore → build → test on every PR.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024128"/>
            <a:ext cx="2743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Docker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61848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Separate Dockerfile per service + docker-compose.yml to spin up all services at once.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07208"/>
            <a:ext cx="2743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401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Deploy to Azure/AWS after sprint completion. Scripts in /scripts/deploy.sh.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07208"/>
            <a:ext cx="2743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862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Postman Collection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401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Full API test collection covering all endpoints. Shared with team via Postman workspace.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807208"/>
            <a:ext cx="2743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580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Sprint Reports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3401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Weekly status reports with completed/in-progress/blocked breakdown per developer.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Quick Start Guide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Get the platform running in 6 steps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InsureTrust © 2026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416052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98448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1155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Prerequisites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4447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.NET SDK 8.0+  ·  SQL Server 2019+ or LocalDB  ·  Git  ·  VS Code / VS 2022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24128"/>
            <a:ext cx="416052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98448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1155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Clone &amp; Restore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4447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git clone → cd InsureTrust → dotnet restore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416052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6032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Run DB Migrations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70662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cd into each service folder and run: dotnet ef database update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6052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56032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Start All Services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70662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 terminals: Identity (7001) · Product (7002) · Payment (7003) · Claim (7004) · Calculator (7005) · Gateway (5000) · Web (5001)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416052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22192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Access Applications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96849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API Gateway Swagger → https://localhost:5000/swagger  |  MVC Frontend → https://localhost:5001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547872"/>
            <a:ext cx="416052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822192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Admin Login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96849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URL: /admin/login   Email: admin@insuretrust.com   Password: Admin@123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02352"/>
          </a:solidFill>
          <a:ln w="12700">
            <a:solidFill>
              <a:srgbClr val="1023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91630"/>
          </a:solidFill>
          <a:ln w="12700">
            <a:solidFill>
              <a:srgbClr val="0916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70832"/>
            <a:ext cx="585216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005840" cy="10058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502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45920" y="11704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InsureTrust — Insurance Management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51206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8"/>
                </a:solidFill>
              </a:rPr>
              <a:t>✅  5 Independent Microservices  +  Ocelot API 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8"/>
                </a:solidFill>
              </a:rPr>
              <a:t>✅  JWT Auth  ·  Role-based Access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88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8"/>
                </a:solidFill>
              </a:rPr>
              <a:t>✅  Real-time Bell Notifications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8"/>
                </a:solidFill>
              </a:rPr>
              <a:t>✅  KYC Upload  ·  Policy  ·  Payment  ·  Claims  ·  Support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8"/>
                </a:solidFill>
              </a:rPr>
              <a:t>✅  70% Unit Test Coverage Target  +  Integration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8"/>
                </a:solidFill>
              </a:rPr>
              <a:t>✅  Docker  ·  GitHub Actions CI/CD  ·  Azure 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62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Questions?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Version 3.0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InsureTrust - Insurance Management Platform</dc:title>
  <dc:subject>PptxGenJS Presentation</dc:subject>
  <dc:creator>PptxGenJS</dc:creator>
  <cp:lastModifiedBy>PptxGenJS</cp:lastModifiedBy>
  <cp:revision>1</cp:revision>
  <dcterms:created xsi:type="dcterms:W3CDTF">2026-04-24T10:44:50Z</dcterms:created>
  <dcterms:modified xsi:type="dcterms:W3CDTF">2026-04-24T10:44:50Z</dcterms:modified>
</cp:coreProperties>
</file>